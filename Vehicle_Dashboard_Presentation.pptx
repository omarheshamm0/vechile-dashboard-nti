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Calibri"/>
              </a:rPr>
              <a:t>Worst-case tick occupancy (µs of 10 000)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µs used in the worst-case 10 ms tick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B64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Task_LCD</c:v>
                  </c:pt>
                  <c:pt idx="1">
                    <c:v>Capture ISR
@200 km/h</c:v>
                  </c:pt>
                  <c:pt idx="2">
                    <c:v>Task_Inputs</c:v>
                  </c:pt>
                  <c:pt idx="3">
                    <c:v>Task_FSM</c:v>
                  </c:pt>
                  <c:pt idx="4">
                    <c:v>Other ISRs</c:v>
                  </c:pt>
                  <c:pt idx="5">
                    <c:v>Idle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4000</c:v>
                </c:pt>
                <c:pt idx="1">
                  <c:v>21</c:v>
                </c:pt>
                <c:pt idx="2">
                  <c:v>200</c:v>
                </c:pt>
                <c:pt idx="3">
                  <c:v>200</c:v>
                </c:pt>
                <c:pt idx="4">
                  <c:v>100</c:v>
                </c:pt>
                <c:pt idx="5">
                  <c:v>5479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5B647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00"/>
          <c:min val="0"/>
        </c:scaling>
        <c:delete val="0"/>
        <c:axPos val="b"/>
        <c:majorGridlines>
          <c:spPr>
            <a:ln w="12700" cap="flat">
              <a:solidFill>
                <a:srgbClr val="E6EA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04 of the Embedded Systems Projects Book. Four students, five days, ATmega32A in SimulIDE.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of the build in six lines. Everything after this slide is one of these six in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board clockwise from the pots. Point out that the 595 and the 165 share MOSI/MISO/SCK.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layer rule is a graded item. Any HAL file touching a register directly loses the architecture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roadmap slide. Problems 1-3 are in the spec; problem 4 is the one we found ourselves.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uint16_t not uint8_t: sized for the failure case. A noisy tach line or SET TPR 8 pushes the count past 255 and an 8-bit counter wraps silently into a plausible-looking wrong RPM.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resolution arithmetic FR-01 asks for is on the previous slide; this one is range, not resolution.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defence will ask about. The point: the diagnosis came from four fields printed together, in one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this is a simulator limitation, not a design error. On real silicon the ICP1 path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#define switches back to ICP1 for real hardware. Both versions are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dangerous case is the interrupted one: a refresh starts, a scan fires mid-transfer, and both are silently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carry across a byte boundary is the worst case. Any carry gives a wrong value; this one gives a wrong value that is 65 km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ODO is refused because altering an odometer is fraud. A diagnostic port should read everything and write almost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Q0 fuel, Q1 oil, Q2 battery, Q3 coolant, Q4 check engine, Q5/Q6 turn, Q7 high beam.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Limp home is latched for the rest of the key cycle even if the sensor recovers. Oil pressure that returns at idle has not fixed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200 km/h the capture ISR takes 21 us every 9 ms — 0.23 % of the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bonus B8 guards SET ODO behind UNLOCK &lt;code&gt;, once per boot, logged loudly — which is how manufacturer service tooling handles a cluster replacement.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TC-07 and TC-08 cannot pass at all on the ICP1 wiring. Both pass on the INT2 software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real silicon the code reverts to ICP1 by changing one ISR vector and one register read, selected by a single #define.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here, then take questions. Expect the period-vs-counting question and the ICP1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920240"/>
            <a:ext cx="6035040" cy="6035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4206240"/>
            <a:ext cx="3108960" cy="3108960"/>
          </a:xfrm>
          <a:prstGeom prst="ellipse">
            <a:avLst/>
          </a:prstGeom>
          <a:solidFill>
            <a:srgbClr val="1B22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PRJ-04-DASHBOARD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Instrument Cluster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35661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Speedometer · Tachometer · Gauges · Warning cluster · Diagnostics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434340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ATmega32A @ 8 MHz  ·  SimulIDE 2.0.0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Hesham Elsayed  ·  Ahmed Khaled Mohamed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Abdelaziz Elsaid Elaraby  ·  Abdelrahman Hesham Abdullah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defence — 17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cluster does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sensor inputs, four output channels, one 8-bit CPU holding it all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95681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99032" y="19110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99032" y="22402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speed by pulse period, engine RPM by pulse count, four analogue channels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95681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19110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68312" y="22402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LCD over I2C with five pages, refreshed every 250 ms, changed characters only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273552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" y="349300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" y="3493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99032" y="3447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99032" y="377647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cluster lamps through a 74HC595, resolved by a nine-level priority scheme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273552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349300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3493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3447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68312" y="377647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Ignition FSM: OFF → ACC → IGN → BULB → CRANK → RUN, plus stall and limp home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4809744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" y="502920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0392" y="5029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99032" y="4983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99032" y="531266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Odometer and trip meter integrated from pulses, read atomically, never torn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809744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9672" y="502920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19672" y="5029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68312" y="4983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068312" y="531266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9600 8N1 console: 5 s telemetry frame, async events, 20 commands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circuit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SimulIDE schematic — ATmega32A, 74HC595 lamps, 74HC165 switches, PCF8574 LCD, four sensor pots</a:t>
            </a:r>
            <a:endParaRPr lang="en-US" sz="1400" dirty="0"/>
          </a:p>
        </p:txBody>
      </p:sp>
      <p:pic>
        <p:nvPicPr>
          <p:cNvPr id="4" name="Image 0" descr="circuit_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72768"/>
            <a:ext cx="5614416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03720" y="1691640"/>
            <a:ext cx="4709160" cy="786384"/>
          </a:xfrm>
          <a:prstGeom prst="roundRect">
            <a:avLst>
              <a:gd name="adj" fmla="val 10465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7739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right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202082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10 kΩ pots → ADC0–ADC3: fuel, coolant, battery, oil pressure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903720" y="2624328"/>
            <a:ext cx="4709160" cy="786384"/>
          </a:xfrm>
          <a:prstGeom prst="roundRect">
            <a:avLst>
              <a:gd name="adj" fmla="val 10465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7066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95351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74HC595 → eight LEDs with 330 Ω series resistors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903720" y="3557016"/>
            <a:ext cx="4709160" cy="786384"/>
          </a:xfrm>
          <a:prstGeom prst="roundRect">
            <a:avLst>
              <a:gd name="adj" fmla="val 10465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363931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left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388620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74HC165 reading six body switches back in over the same SPI wires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03720" y="4489704"/>
            <a:ext cx="4709160" cy="786384"/>
          </a:xfrm>
          <a:prstGeom prst="roundRect">
            <a:avLst>
              <a:gd name="adj" fmla="val 10465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457200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right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481888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PCF8574-backed 16×2 LCD on I2C at address 0x27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903720" y="5422392"/>
            <a:ext cx="4709160" cy="786384"/>
          </a:xfrm>
          <a:prstGeom prst="roundRect">
            <a:avLst>
              <a:gd name="adj" fmla="val 10465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0" y="550468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132320" y="575157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terminal on PD0 / PD1 for telemetry and the command console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MCAL touches registers. Nothing reaches down more than one layer.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7772400" cy="841248"/>
          </a:xfrm>
          <a:prstGeom prst="roundRect">
            <a:avLst>
              <a:gd name="adj" fmla="val 7609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37944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837944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cluster_fsm · warnings · trip &amp; odometer · display pages · console  —  scheduler (10 ms)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807208"/>
            <a:ext cx="7772400" cy="841248"/>
          </a:xfrm>
          <a:prstGeom prst="roundRect">
            <a:avLst>
              <a:gd name="adj" fmla="val 7609"/>
            </a:avLst>
          </a:prstGeom>
          <a:solidFill>
            <a:srgbClr val="2E3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86207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862072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speedo.c · tacho.c · gauges.c · lamps595.c · lcd_i2c.c · shiftreg.c · bodysw.c · chime.c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831336"/>
            <a:ext cx="7772400" cy="841248"/>
          </a:xfrm>
          <a:prstGeom prst="roundRect">
            <a:avLst>
              <a:gd name="adj" fmla="val 7609"/>
            </a:avLst>
          </a:prstGeom>
          <a:solidFill>
            <a:srgbClr val="4A5D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8862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MCAL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38862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dio.c · adc.c · timer.c · icu.c · exti.c · usart.c · spi.c · i2c.c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4855464"/>
            <a:ext cx="7772400" cy="841248"/>
          </a:xfrm>
          <a:prstGeom prst="roundRect">
            <a:avLst>
              <a:gd name="adj" fmla="val 7609"/>
            </a:avLst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91032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491032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STD_TYPES.h · BIT_MATH.h · ring_buffer.c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0" y="1783080"/>
            <a:ext cx="2926080" cy="4023360"/>
          </a:xfrm>
          <a:prstGeom prst="roundRect">
            <a:avLst>
              <a:gd name="adj" fmla="val 2813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15400" y="1938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contract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33172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ISRs store raw ticks only — no division, ever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and tach ISRs increment one counter and return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32-bit shared value read inside ATOMIC_BLOCK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SPI transaction is ever started from an ISR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problems that define this build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fails silently. None produces an error message anywhere.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3529584" cy="3749040"/>
          </a:xfrm>
          <a:prstGeom prst="roundRect">
            <a:avLst>
              <a:gd name="adj" fmla="val 2332"/>
            </a:avLst>
          </a:prstGeom>
          <a:solidFill>
            <a:srgbClr val="1B2247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945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pulse inputs,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opposite methods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033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measured by period, RPM by counting. Measure speed by counting and the needle jumps 0 → 7 → 14 km/h with nothing in between.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8264" y="1920240"/>
            <a:ext cx="3529584" cy="3749040"/>
          </a:xfrm>
          <a:prstGeom prst="roundRect">
            <a:avLst>
              <a:gd name="adj" fmla="val 2332"/>
            </a:avLst>
          </a:prstGeom>
          <a:solidFill>
            <a:srgbClr val="1B2247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18304" y="21945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8304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18304" y="2743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chips,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SPI bus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18304" y="37033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74HC595 drives lamps out on MOSI, 74HC165 reads switches in on MISO. Overlap and both transfers are wrong, with nothing flagged.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02168" y="1920240"/>
            <a:ext cx="3529584" cy="3749040"/>
          </a:xfrm>
          <a:prstGeom prst="roundRect">
            <a:avLst>
              <a:gd name="adj" fmla="val 2332"/>
            </a:avLst>
          </a:prstGeom>
          <a:solidFill>
            <a:srgbClr val="1B2247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22208" y="21945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22208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522208" y="2743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32-bit counter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ISR is writing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22208" y="37033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byte loads on an 8-bit CPU. An update between two of them displays a distance the car never travelled.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8978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fourth problem arrived uninvited: SimulIDE does not implement the Timer1 Input Capture unit.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 or count? The rule that decides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signals are pulses. Measuring them the same way breaks one of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SPEED — measure the period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04288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in traffic gives 0, 1 or 2 pulses in a 250 ms window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would show 0, 7 or 14 km/h and nothing between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gap between edges is tens of milliseconds — long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16-bit timer at 8 µs resolves it to better than 1 part in 1000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timer at each edge, subtract, divide outside the ISR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3434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speed_kmh = 1 800 000 / period_us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100 km/h : 2250 ticks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+-1 tick    : 0.089 km/h  -&gt;  PASS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9202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RPM — count the pulses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304288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idling engine already gives hundreds of pulses per second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changes slowly, so a 250 ms window is plenty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costs one increment per pulse — almost nothing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each gap would make the needle jitter on every cylinder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read and zeroed atomically at the window boundary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43434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RPM = count x 120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6000 RPM : 50 pulses per window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held in uint16_t, not uint8_t -- see notes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5943600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signal → measure the period.    Fast signal → count the pulses.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maths and why 32 bits are needed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Timer1 prescaler 64 at 8 MHz gives a 125 kHz clock — one tick is 8 µs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3736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Wheel sensor        : 4 pulses per revolution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Wheel circumference : 2.000 m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 per pulse  : 500 mm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mm / period_us = 500 000 / period_us  m/s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= 1 800 000 / period_us km/h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period_us     = delta_ticks x 8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16-bit range  = 65 536 ticks = 524 ms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Below ~3.4 km/h a single capture WRAPS.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extend to 32 bits with a TIMER1_OVF counter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handle the race: TOV1 pending AND capture small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means the overflow happened first.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83080"/>
          <a:ext cx="5212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34440"/>
                <a:gridCol w="1097280"/>
                <a:gridCol w="17830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period_us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Fits 16-bit?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km/h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km/h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km/h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km/h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514 000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(just)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km/h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extend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km/h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1 800 000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extend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4709160"/>
            <a:ext cx="5212080" cy="1234440"/>
          </a:xfrm>
          <a:prstGeom prst="roundRect">
            <a:avLst>
              <a:gd name="adj" fmla="val 6667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29400" y="48646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speed is the whole point. 2 km/h is where a counting speedometer has already failed and the 32-bit extension earns its keep — TC-07.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B326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HIT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93268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read zero. Forever.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276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clock wired to PD6 / ICP1 exactly as the pin map specifies</a:t>
            </a:r>
            <a:endParaRPr lang="en-US" sz="1400" dirty="0"/>
          </a:p>
        </p:txBody>
      </p:sp>
      <p:pic>
        <p:nvPicPr>
          <p:cNvPr id="6" name="Image 0" descr="error_zo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48840"/>
            <a:ext cx="6675120" cy="36027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80644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SimulIDE serial terminal — instrumented telemetry, PD6 / ICP1 wiring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589520" y="2148840"/>
            <a:ext cx="4023360" cy="3602736"/>
          </a:xfrm>
          <a:prstGeom prst="roundRect">
            <a:avLst>
              <a:gd name="adj" fmla="val 2284"/>
            </a:avLst>
          </a:prstGeom>
          <a:solidFill>
            <a:srgbClr val="1B2247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fields against each other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697480"/>
            <a:ext cx="3520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 alternates 5 ↔ 69  →  bit 6 toggling. The clock IS reaching the pin.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= 11, 12, 13 …  →  Timer1 runs, TOV1 fires, the prescaler is right.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 forever  →  no period was ever computed.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0 forever  →  TIMER1_CAPT_vect never executed, not once.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= 4200  →  the INT0 path is fine. The fault is the capture unit.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SimulIDE does not implement the ICP1 capture latch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toggles · timer runs · overflow vector fires · capture vector never does</a:t>
            </a:r>
            <a:endParaRPr lang="en-US" sz="1400" dirty="0"/>
          </a:p>
        </p:txBody>
      </p:sp>
      <p:pic>
        <p:nvPicPr>
          <p:cNvPr id="4" name="Image 0" descr="error_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37360"/>
            <a:ext cx="5943600" cy="3346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51389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Clock-11 on pin D6 of mega32-1, simulation running at 99.99 % of real time — not a timing artefact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812280" y="1737360"/>
            <a:ext cx="4800600" cy="20574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40880" y="1901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ruled out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224028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ICES1, ICNC1, ICIE1 and TIMSK all verified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DDRD bit 6 confirmed as input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confirmed by PIND toggling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source confirmed by the same PIND trace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12280" y="3977640"/>
            <a:ext cx="4800600" cy="2103120"/>
          </a:xfrm>
          <a:prstGeom prst="roundRect">
            <a:avLst>
              <a:gd name="adj" fmla="val 3913"/>
            </a:avLst>
          </a:prstGeom>
          <a:solidFill>
            <a:srgbClr val="FBF1E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40880" y="4160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software configuration is consistent with that combination.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475488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capture latch is absent from the simulator's ATmega32 peripheral model. The specified hardware path cannot be demonstrated under any wiring.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software capture on INT2 / PB2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does not change. Only where the timestamp comes from changes.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55648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SPECIFIED — not available in SimulIDE */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ISR(TIMER1_CAPT_vect) 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uint16_t now = ICR1;      /* hardware latch */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SPD_OnCapture(now);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AS BUILT */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ISR(INT2_vect) 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uint16_t now = TCNT1;     /* software read  */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SPD_OnCapture(now);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41605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IDENTICAL in both cases */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SPD_OnCapture(uint16_t now) 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uint16_t ovf = cap.ovfCount;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((TIFR &amp; (1&lt;&lt;TOV1)) &amp;&amp; (now &lt; 0x8000u))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ovf++;                      /* the race */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cap.deltaTicks = ((uint32_t)ovf &lt;&lt; 16)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+ now - cap.lastIcr;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cap.lastIcr  = now;  cap.ovfCount = 0;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cap.fresh    = 1;   /* no division in ISR  */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83080"/>
          <a:ext cx="53492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234440"/>
                <a:gridCol w="1097280"/>
                <a:gridCol w="16916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ICP1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INT2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— hardware latch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4 µs ISR entry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Cancels in the subtraction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±1 µs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0.02 % at 200 km/h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canceller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ICNC1, 4 samples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min-period reject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32-bit extension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Overflow counter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TOV1 race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handled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ISR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18 µs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21 µs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the 30 µs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489204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0" y="505663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INT2 rather than polling: the edge still timestamps inside an ISR microseconds after it arrives, so jitter stays two orders of magnitude below the measurement resolution.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chips, one SPI bus, opposite directions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may drive the bus at a time — a violation corrupts both transfers with no error anywhere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920240"/>
                <a:gridCol w="114300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74HC595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— 8 warning lamps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MOSI / PB5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RCLK on PC2 latches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74HC165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— 6 body switches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MISO / PB6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SH/LD on PB4 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324612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volatile uint8_t busOwner = SPI_BUS_FREE;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 SPI_TryAcquire(SpiSlave_t s) 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uint8_t ok = 0;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ATOMIC_BLOCK(ATOMIC_RESTORESTATE) 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(busOwner == SPI_BUS_FREE) 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busOwner = s;  ok = 1;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(ok) SPI_Acquire(s);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ok;   /* caller skips this cycle if 0 */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400800" y="1783080"/>
            <a:ext cx="5212080" cy="749808"/>
          </a:xfrm>
          <a:prstGeom prst="roundRect">
            <a:avLst>
              <a:gd name="adj" fmla="val 10976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01968" y="195681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01968" y="1956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150608" y="188366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assert a second CS while another is low — TC-27 scopes both.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2660904"/>
            <a:ext cx="5212080" cy="749808"/>
          </a:xfrm>
          <a:prstGeom prst="roundRect">
            <a:avLst>
              <a:gd name="adj" fmla="val 10976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83464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01968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150608" y="276148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595 has no MISO. Never read SPDR expecting data from it.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3538728"/>
            <a:ext cx="5212080" cy="749808"/>
          </a:xfrm>
          <a:prstGeom prst="roundRect">
            <a:avLst>
              <a:gd name="adj" fmla="val 10976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01968" y="371246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01968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150608" y="363931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595 latch is pulsed after SPI_Release(), never between bytes.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0" y="4416552"/>
            <a:ext cx="5212080" cy="749808"/>
          </a:xfrm>
          <a:prstGeom prst="roundRect">
            <a:avLst>
              <a:gd name="adj" fmla="val 10976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01968" y="459028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01968" y="4590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150608" y="451713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lamp refresh spans several ticks; the switch scan waits a tick rather than stealing the bus.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0" y="5294376"/>
            <a:ext cx="5212080" cy="749808"/>
          </a:xfrm>
          <a:prstGeom prst="roundRect">
            <a:avLst>
              <a:gd name="adj" fmla="val 10976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01968" y="546811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01968" y="5468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150608" y="539496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slaves use Mode 0, so no mode switch is needed — stated explicitly, not left implicit.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94360" y="6053328"/>
            <a:ext cx="11018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skipped lamp refresh is invisible: the 595 latches and holds its outputs, so 50 → 100 ms delays a state change, it does not blink the lamps.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torn 32-bit read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bug, four byte loads, and 65 kilometres of error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577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update : 0x0000FFFF   (65 535 m)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 update : 0x00010000   (65 536 m)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Reader loads bytes 0,1 -&gt; 0xFFFF   (old low half)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... ISR fires, counter updates ...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Reader loads bytes 2,3 -&gt; 0x0001   (new high half)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Displayed : 0x0001FFFF = 131 071 m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odometer jumps 65 km, then jumps back.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4297680"/>
            <a:ext cx="5577840" cy="1737360"/>
          </a:xfrm>
          <a:prstGeom prst="roundRect">
            <a:avLst>
              <a:gd name="adj" fmla="val 4737"/>
            </a:avLst>
          </a:prstGeom>
          <a:solidFill>
            <a:srgbClr val="FBF1E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44622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the expensive kind of bug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4800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appears once every few thousand updates — too rare to catch in a five-minute demo, too common to survive a product. It is found by reasoning about the code, not by testing it.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783080"/>
            <a:ext cx="5166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uint32_t ODO_GetTotal(void) {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snapshot;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ATOMIC_BLOCK(ATOMIC_RESTORESTATE) {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snapshot = odoMetres;  /* 4 loads, uninterrupted */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snapshot;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46520" y="3639312"/>
            <a:ext cx="5166360" cy="713232"/>
          </a:xfrm>
          <a:prstGeom prst="roundRect">
            <a:avLst>
              <a:gd name="adj" fmla="val 11538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370332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94106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interrupts, copy four bytes, restore. That is the whole fix.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46520" y="4425696"/>
            <a:ext cx="5166360" cy="713232"/>
          </a:xfrm>
          <a:prstGeom prst="roundRect">
            <a:avLst>
              <a:gd name="adj" fmla="val 11538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448970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RESTORESTATE, not FORCEON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472744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may be called with interrupts already disabled. Forcing them on there is a worse bug than the one being fixed.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46520" y="5212080"/>
            <a:ext cx="5166360" cy="713232"/>
          </a:xfrm>
          <a:prstGeom prst="roundRect">
            <a:avLst>
              <a:gd name="adj" fmla="val 11538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527608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cycles — 1 µs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551383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orders of magnitude below the 9 ms gap between wheel edges at 200 km/h, so no edge can be missed.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46520" y="5998464"/>
            <a:ext cx="5166360" cy="713232"/>
          </a:xfrm>
          <a:prstGeom prst="roundRect">
            <a:avLst>
              <a:gd name="adj" fmla="val 11538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60624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TC-19 proves it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6300216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reads during updates, first with the block commented out, then with it in place.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Odometer persistence — designed, not built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SimulIDE has no non-volatile part, so the odometer starts at zero on every power-up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755648"/>
            <a:ext cx="5760720" cy="960120"/>
          </a:xfrm>
          <a:prstGeom prst="roundRect">
            <a:avLst>
              <a:gd name="adj" fmla="val 8571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2996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8653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throttling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121408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 is rated 100 000 cycles per cell. Writing every metre exhausts a cell in two hours. Limit to one write per 100 m or 60 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2852928"/>
            <a:ext cx="5760720" cy="960120"/>
          </a:xfrm>
          <a:prstGeom prst="roundRect">
            <a:avLst>
              <a:gd name="adj" fmla="val 8571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312724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29626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levelling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353312" y="3218688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through 8 slots so each cell sees one eighth of the traffic and array life multiplies by eight.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3950208"/>
            <a:ext cx="5760720" cy="960120"/>
          </a:xfrm>
          <a:prstGeom prst="roundRect">
            <a:avLst>
              <a:gd name="adj" fmla="val 8571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22452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40599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315968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boot, scan all 8 slots, validate magic and checksum, adopt the valid slot with the highest sequence number.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5047488"/>
            <a:ext cx="5760720" cy="960120"/>
          </a:xfrm>
          <a:prstGeom prst="roundRect">
            <a:avLst>
              <a:gd name="adj" fmla="val 8571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532180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5321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51572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slot update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353312" y="5413248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slot in full and verify its checksum before committing the sequence number. A power cut mid-write leaves the previous slot winning.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178308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BUDGET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slots x 100 000 cycles = 800 000 writes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one write per 100 m   =  80 000 km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car driven 20 000 km/year uses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200 000 writes/year -&gt; budget gone in 4 years.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 8 slots meets the 100 m accuracy rule,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but NOT a 15-year service life.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real unit needs a larger slot ring, external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 (10^12 cycles), or a 1 km cadence with a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supercapacitor-backed final write on power loss.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29400" y="5212080"/>
            <a:ext cx="4983480" cy="868680"/>
          </a:xfrm>
          <a:prstGeom prst="roundRect">
            <a:avLst>
              <a:gd name="adj" fmla="val 9474"/>
            </a:avLst>
          </a:prstGeom>
          <a:solidFill>
            <a:srgbClr val="FBF1E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0" y="534009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conclusion: the specified scheme is sufficient for accuracy and insufficient for endurance. The report says so.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 lamps and priority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warnings, eight lamps, one banner — the banner is a summary, not a filter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68580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737360"/>
                <a:gridCol w="283464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WARN_OIL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&lt; 1.0 bar, engine running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→ limp home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WARN_BATT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&lt; 12.0 V running, or &gt; 15.0 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WARN_COOLANT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Coolant &gt; 110 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→ limp home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WARN_CHECK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sensor implausible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WARN_FUEL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&lt; 10 %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WARN_OVERSPEED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&gt; limit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WARN_SEATBELT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Unbuckled ∧ &gt; 10 km/h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WARN_DOOR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 open ∧ &gt; 5 km/h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WARN_HANDBRAKE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Handbrake ∧ &gt; 5 km/h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83080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82128" y="1892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threshold has a dead band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882128" y="2148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trips at 10 % and clears at 13 %. Without hysteresis a reading on the boundary chatters at the sample rate.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680960" y="2898648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82128" y="3008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warnings latch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32644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clear only at the next key cycle. A driver who has seen an oil light must not un-see it because pressure recovered at idle.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80960" y="4014216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82128" y="4123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 check: 3 s ±100 ms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882128" y="437997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lamps on entering ignition, so a burnt-out warning bulb is visible. Legally required in most markets.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680960" y="5129784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82128" y="5239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signals: 450 ms / 450 ms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882128" y="54955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comes from the scheduler tick, never a delay loop. Hazard = both lamps from the same phase bit, so they cannot drift.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Ignition state machine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states, fourteen transitions, one forced odometer save on every exit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6C7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CS_OFF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134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· odometer 10 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47288" y="17830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5A6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0168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CS_ACC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30168" y="23134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· odo + trip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0216" y="17830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3F55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83096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CS_IGNITION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83096" y="23134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only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53144" y="17830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36024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CS_BULBCHECK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36024" y="23134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lamps · 3 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0175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2E3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CS_CRANKING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547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+ battery · 5 s limit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47288" y="30175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30168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CS_RUNNING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630168" y="3547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warnings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0216" y="30175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8A5A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83096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CS_STALLED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83096" y="3547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+ battery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53144" y="30175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B326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36024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CS_LIMP_HOME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336024" y="3547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+ check engine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315968"/>
          <a:ext cx="110185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177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/ guard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CS_IGNITION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button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CS_CRANKING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CS_CRANKING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RPM &gt; 500 for 500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CS_RUNNING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CS_CRANKING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 elapsed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CS_IGNITION · !EVT,CRANK,FAIL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CS_RUNNING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RPM &lt; 300 for 1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CS_STALLED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CS_RUNNING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warning (prio 1–3)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CS_LIMP_HOME · latched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≠ CS_OFF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held 2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CS_OFF · forced odometer save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and CPU budget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tasks dispatched on the 10 ms tick, offsets staggered so heavy tasks never collide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6675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777240"/>
                <a:gridCol w="868680"/>
                <a:gridCol w="2788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Task_Inputs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µs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Buttons, body switches, debounce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Task_FSM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µs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switch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Task_Lamps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µs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eval + 595 shift + latch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Task_Speed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µs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delta → km/h, odo carry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Task_Tacho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µs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RPM window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Task_LCD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repaint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Task_Gauges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ADC channels + filters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Task_1Hz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µs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 timers, chime 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Task_Report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Diagnostics frame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Task_Console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µs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one 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498080" y="1828800"/>
          <a:ext cx="4160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498080" y="4983480"/>
            <a:ext cx="4160520" cy="1097280"/>
          </a:xfrm>
          <a:prstGeom prst="roundRect">
            <a:avLst>
              <a:gd name="adj" fmla="val 7500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26680" y="5120640"/>
            <a:ext cx="3703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duty on PC6: 48 %  —  inside the 60 % NFR-11 budget. The interrupt load is not the constraint; the LCD repaint is.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Diagnostics console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9600 8N1 — a telemetry frame every 5 s, asynchronous events, and twenty commands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$VD,S=62,R=2450,F=78,C=92,B=14200,O=34,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ODO=123456,TRP=42700,MX=118,W=0021,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ST=RUN,UP=2650*4B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880360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!EVT,ENGINE,START      !EVT,CRANK,FAIL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!EVT,WARN,OIL,SET,O=6  !EVT,ENGINE,STALL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!EVT,LIMP,COOLANT,C=113  !EVT,OVERSPEED,132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!EVT,ODO,SAVE,SLOT=4   !EVT,SENSOR,CHECK,ADC2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4206240"/>
            <a:ext cx="5577840" cy="1874520"/>
          </a:xfrm>
          <a:prstGeom prst="roundRect">
            <a:avLst>
              <a:gd name="adj" fmla="val 4390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708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robustness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091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verb → ERR CMD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Overlong line → ERR LONG, discard to the next terminator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argument → ERR RANGE, nothing applied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ISR fills a ring buffer; Task_Console drains it, so console traffic can never block the cluster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783080"/>
          <a:ext cx="5166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8308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diagnostics frame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SPEED?  RPM?  ODO?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SPEED=62 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TRIP?  TRIPRESET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TRIP=42700,58,2640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 distance, avg, seconds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WARN=0021,FUEL,OVERSPEED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plus names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CFG?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CFG=120,10,110,…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calibration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LIMIT / PPR / CIRC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/ ERR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recalibration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ODO &lt;n&gt;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 PROTECTED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refused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&lt;0-4&gt;  LAMPTEST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/ ERR ARG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and bulb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46520" y="5138928"/>
            <a:ext cx="5166360" cy="822960"/>
          </a:xfrm>
          <a:prstGeom prst="roundRect">
            <a:avLst>
              <a:gd name="adj" fmla="val 10000"/>
            </a:avLst>
          </a:prstGeom>
          <a:solidFill>
            <a:srgbClr val="FBF1E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5248656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ODO is refused because altering an odometer is fraud. A diagnostic port reads everything and writes almost nothing.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test cases; three are named explicitly by the rubric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529584" cy="1508760"/>
          </a:xfrm>
          <a:prstGeom prst="roundRect">
            <a:avLst>
              <a:gd name="adj" fmla="val 5455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0195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938528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specified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98264" y="1783080"/>
            <a:ext cx="3529584" cy="1508760"/>
          </a:xfrm>
          <a:prstGeom prst="roundRect">
            <a:avLst>
              <a:gd name="adj" fmla="val 5455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26864" y="190195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861304" y="1938528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by the rubric: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TC-07 · TC-19 · TC-26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02168" y="1783080"/>
            <a:ext cx="3529584" cy="1508760"/>
          </a:xfrm>
          <a:prstGeom prst="roundRect">
            <a:avLst>
              <a:gd name="adj" fmla="val 5455"/>
            </a:avLst>
          </a:prstGeom>
          <a:solidFill>
            <a:srgbClr val="F2F5FB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30768" y="190195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B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9665208" y="1938528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executable —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non-volatile storage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520440"/>
          <a:ext cx="110185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651760"/>
                <a:gridCol w="3383280"/>
                <a:gridCol w="406908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criterion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Low-speed capture extension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 1.1 Hz (≈ 2 km/h)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2 ±1 km/h, not garbage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the pulse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0 within 1.1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Odometer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pulses at 500 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+1000 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 32-bit 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reads during updates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a torn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 arbitration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 refresh during a switch 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corruption on either device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 exclusivity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PB4 and PC2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both 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ODO refused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SET ODO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 PROTECTED, odometer unchanged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load at 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km/h, PC6 duty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60 % — measured 48 %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heap linked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avr-nm main.elf | grep -i malloc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Prints nothing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recursion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the call 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Acyclic, depth 9 frames, 105 B peak 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deviations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1556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rather than hidden — the alternatives were all worse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110185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468880"/>
                <a:gridCol w="3291840"/>
                <a:gridCol w="47548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Timer1 Input Capture not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SimulIDE's ATmega32 model has no ICP1 capture latch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Wheel input on PB2 / INT2, TCNT1 captured in software, algorithm unchanged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ICNC1 noise canceller unavailable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missing peripheral block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minimum-period reject at the 250 km/h equivalent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High-beam switch relocated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PB2 is now the wheel-speed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Moved onto the 74HC165 with the other body switches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Odometer not persistent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SimulIDE provides no non-volatile part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and write budget documented; odometer starts at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TC-17 and TC-20 not executable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 on non-volatile writes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not-executable, not passed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4572000"/>
            <a:ext cx="11018520" cy="1371600"/>
          </a:xfrm>
          <a:prstGeom prst="roundRect">
            <a:avLst>
              <a:gd name="adj" fmla="val 6000"/>
            </a:avLst>
          </a:prstGeom>
          <a:solidFill>
            <a:srgbClr val="F2F5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47183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third option was chosen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5047488"/>
            <a:ext cx="10424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speedometer reading zero and claim the specified design · switch to pulse counting, which the spec forbids and which fails at low speed · or keep the period-measurement algorithm exactly as specified and change only where the timestamp comes from. The third preserves LO-2, LO-3 and LO-7 untouched and loses only the hardware latch of LO-1, which the simulator cannot demonstrate under any wiring.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931920"/>
            <a:ext cx="4937760" cy="4937760"/>
          </a:xfrm>
          <a:prstGeom prst="ellipse">
            <a:avLst/>
          </a:prstGeom>
          <a:solidFill>
            <a:srgbClr val="1B22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384048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worth taking away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1018520" cy="1298448"/>
          </a:xfrm>
          <a:prstGeom prst="roundRect">
            <a:avLst>
              <a:gd name="adj" fmla="val 6338"/>
            </a:avLst>
          </a:prstGeom>
          <a:solidFill>
            <a:srgbClr val="1B2247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2199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938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 matters more than the peripheral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95144"/>
            <a:ext cx="9875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capture unit turned out to be missing, the algorithm — timestamp each edge, extend to 32 bits, subtract, divide outside the ISR — moved to a different interrupt source without one change to the maths.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3246120"/>
            <a:ext cx="11018520" cy="1298448"/>
          </a:xfrm>
          <a:prstGeom prst="roundRect">
            <a:avLst>
              <a:gd name="adj" fmla="val 6338"/>
            </a:avLst>
          </a:prstGeom>
          <a:solidFill>
            <a:srgbClr val="1B2247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68503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685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39242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corruption is the expensive kind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758184"/>
            <a:ext cx="9875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bus and the torn 32-bit read both fail with no error indication, at a rate low enough to survive a demo and high enough to destroy a product. Neither is found by testing.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4709160"/>
            <a:ext cx="11018520" cy="1298448"/>
          </a:xfrm>
          <a:prstGeom prst="roundRect">
            <a:avLst>
              <a:gd name="adj" fmla="val 6338"/>
            </a:avLst>
          </a:prstGeom>
          <a:solidFill>
            <a:srgbClr val="1B2247"/>
          </a:solidFill>
          <a:ln w="12700">
            <a:solidFill>
              <a:srgbClr val="2B35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14807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148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85546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before you fix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221224"/>
            <a:ext cx="9875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 d, f, o and PIND together turned an unexplained zero into a precise statement about which peripheral block was missing — in one run. Guessing at register settings would have burned the remaining days.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PRJ-04-DASHBOARD  ·  ATmega32A @ 8 MHz  ·  SimulIDE  ·  September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2026-09-17T12:52:23Z</dcterms:created>
  <dcterms:modified xsi:type="dcterms:W3CDTF">2026-09-17T12:52:23Z</dcterms:modified>
</cp:coreProperties>
</file>